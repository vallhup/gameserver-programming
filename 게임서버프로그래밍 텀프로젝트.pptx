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80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599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683478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04603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-12699" y="3631"/>
            <a:ext cx="1247479" cy="4425873"/>
          </a:xfrm>
          <a:custGeom>
            <a:avLst/>
            <a:gd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 flipH="1">
            <a:off x="7307082" y="211889"/>
            <a:ext cx="4883131" cy="1609272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 flipH="1">
            <a:off x="1176" y="0"/>
            <a:ext cx="12196229" cy="120981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0" y="313097"/>
            <a:ext cx="7315199" cy="2039450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"/>
          <p:cNvSpPr/>
          <p:nvPr/>
        </p:nvSpPr>
        <p:spPr>
          <a:xfrm rot="16200000" flipH="1">
            <a:off x="-469153" y="661849"/>
            <a:ext cx="2747768" cy="1432205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 rot="16200000" flipH="1">
            <a:off x="-2892959" y="2893114"/>
            <a:ext cx="6862892" cy="1076695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 rot="16200000">
            <a:off x="-839161" y="3864994"/>
            <a:ext cx="4116307" cy="1880869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"/>
          <p:cNvSpPr/>
          <p:nvPr/>
        </p:nvSpPr>
        <p:spPr>
          <a:xfrm rot="16200000">
            <a:off x="1234747" y="5050782"/>
            <a:ext cx="895421" cy="2731035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6" name=""/>
          <p:cNvSpPr/>
          <p:nvPr/>
        </p:nvSpPr>
        <p:spPr>
          <a:xfrm>
            <a:off x="164250" y="-27432"/>
            <a:ext cx="2883726" cy="6885432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2270586" y="2919309"/>
            <a:ext cx="9635703" cy="957706"/>
          </a:xfrm>
        </p:spPr>
        <p:txBody>
          <a:bodyPr>
            <a:noAutofit/>
          </a:bodyPr>
          <a:lstStyle>
            <a:lvl1pPr algn="l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2270586" y="3890286"/>
            <a:ext cx="9631127" cy="467408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2A27DF-FC33-4C05-96AC-ECA7B11A9C6B}" type="datetime1">
              <a:rPr lang="ko-KR" altLang="en-US"/>
              <a:pPr lvl="0">
                <a:defRPr lang="ko-KR" altLang="en-US"/>
              </a:pPr>
              <a:t>2025-06-17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27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EA2121F7-E20F-43B2-B3C6-C7E51EA698C5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8063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DAC1609-63DC-4238-90D7-BDA4CCE7E5D2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2189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8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761962" y="2357419"/>
            <a:ext cx="10363199" cy="928705"/>
          </a:xfrm>
        </p:spPr>
        <p:txBody>
          <a:bodyPr anchor="t"/>
          <a:lstStyle>
            <a:lvl1pPr algn="l">
              <a:defRPr sz="540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761962" y="1807030"/>
            <a:ext cx="10363199" cy="550390"/>
          </a:xfrm>
        </p:spPr>
        <p:txBody>
          <a:bodyPr anchor="b">
            <a:no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1794FCA-B30B-4B0B-A06E-872BCCC939B8}" type="datetime1">
              <a:rPr lang="ko-KR" altLang="en-US"/>
              <a:pPr lvl="0">
                <a:defRPr lang="ko-KR" altLang="en-US"/>
              </a:pPr>
              <a:t>2025-06-17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879331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2B4FBC9-0152-4321-B5AE-8A4D40C68623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4688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5271060-A817-4E00-9021-886881503EBB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2764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608037" y="1214422"/>
            <a:ext cx="10972799" cy="4953841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47ABBE4F-A180-451B-976B-207E95DDA7FB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27996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609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quarter" idx="2"/>
          </p:nvPr>
        </p:nvSpPr>
        <p:spPr>
          <a:xfrm>
            <a:off x="6197599" y="1277872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sz="quarter" idx="3"/>
          </p:nvPr>
        </p:nvSpPr>
        <p:spPr>
          <a:xfrm>
            <a:off x="608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sz="quarter" idx="4"/>
          </p:nvPr>
        </p:nvSpPr>
        <p:spPr>
          <a:xfrm>
            <a:off x="6196037" y="3786190"/>
            <a:ext cx="5384799" cy="23388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F0DB8ECF-E18C-4D8D-A7A0-FA2FABCA5290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type="sldNum" sz="quarter" idx="12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22903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5400000">
            <a:off x="-3300803" y="3300663"/>
            <a:ext cx="6887028" cy="2857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21" name=""/>
          <p:cNvGrpSpPr/>
          <p:nvPr/>
        </p:nvGrpSpPr>
        <p:grpSpPr>
          <a:xfrm rot="0" flipH="1">
            <a:off x="-2" y="0"/>
            <a:ext cx="12192001" cy="6858001"/>
            <a:chOff x="-1" y="0"/>
            <a:chExt cx="9144001" cy="6858001"/>
          </a:xfrm>
        </p:grpSpPr>
        <p:sp>
          <p:nvSpPr>
            <p:cNvPr id="2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952463" y="4772044"/>
            <a:ext cx="8680109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952463" y="584219"/>
            <a:ext cx="868010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952463" y="5338782"/>
            <a:ext cx="8680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dt" sz="half" idx="10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C9FE912-2C94-4152-970B-97CA7CEA7709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58275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-73151" y="3141915"/>
            <a:ext cx="12305046" cy="3716088"/>
            <a:chOff x="-28573" y="3141915"/>
            <a:chExt cx="9202494" cy="3716088"/>
          </a:xfrm>
        </p:grpSpPr>
        <p:sp>
          <p:nvSpPr>
            <p:cNvPr id="7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330199" y="2673355"/>
            <a:ext cx="11531599" cy="1470025"/>
          </a:xfrm>
        </p:spPr>
        <p:txBody>
          <a:bodyPr/>
          <a:lstStyle>
            <a:lvl1pPr algn="ctr">
              <a:defRPr sz="54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609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10BF683E-EC8C-4F1E-8017-25E57E2CE77B}" type="datetime1">
              <a:rPr lang="ko-KR" altLang="en-US"/>
              <a:pPr lvl="0">
                <a:defRPr lang="ko-KR" altLang="en-US"/>
              </a:pPr>
              <a:t>2025-06-17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4165599" y="6356350"/>
            <a:ext cx="3860799" cy="3651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8737599" y="6356350"/>
            <a:ext cx="2844799" cy="365125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042792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8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542695" y="1121212"/>
            <a:ext cx="7837714" cy="1143000"/>
          </a:xfrm>
        </p:spPr>
        <p:txBody>
          <a:bodyPr/>
          <a:lstStyle>
            <a:lvl1pPr algn="l">
              <a:defRPr sz="4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body" sz="quarter" idx="14"/>
          </p:nvPr>
        </p:nvSpPr>
        <p:spPr>
          <a:xfrm>
            <a:off x="2542710" y="2286007"/>
            <a:ext cx="7839569" cy="3429009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FDD8E82-9EDF-4A21-8052-950E349A4E6B}" type="datetime1">
              <a:rPr lang="ko-KR" altLang="en-US"/>
              <a:pPr lvl="0">
                <a:defRPr lang="ko-KR" altLang="en-US"/>
              </a:pPr>
              <a:t>2025-06-17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394030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10800000" flipH="1">
            <a:off x="10430936" y="4214817"/>
            <a:ext cx="1780898" cy="2672210"/>
            <a:chOff x="7830097" y="-3175"/>
            <a:chExt cx="1335674" cy="3646465"/>
          </a:xfrm>
        </p:grpSpPr>
        <p:sp>
          <p:nvSpPr>
            <p:cNvPr id="8" name="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9563098" y="274638"/>
            <a:ext cx="20192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712199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6753771-9475-4309-9B2C-4F43EB0294C6}" type="datetime1">
              <a:rPr lang="ko-KR" altLang="en-US"/>
              <a:pPr lvl="0">
                <a:defRPr lang="ko-KR" altLang="en-US"/>
              </a:pPr>
              <a:t>2025-06-17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21170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732842" y="3147876"/>
            <a:ext cx="6308395" cy="3037101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107" name=""/>
          <p:cNvGrpSpPr/>
          <p:nvPr/>
        </p:nvGrpSpPr>
        <p:grpSpPr>
          <a:xfrm rot="0">
            <a:off x="-1" y="0"/>
            <a:ext cx="12192001" cy="6858001"/>
            <a:chOff x="-1" y="0"/>
            <a:chExt cx="9144001" cy="6858001"/>
          </a:xfrm>
        </p:grpSpPr>
        <p:sp>
          <p:nvSpPr>
            <p:cNvPr id="10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1799" y="123802"/>
            <a:ext cx="11302999" cy="939784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431799" y="1308100"/>
            <a:ext cx="11302999" cy="49609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  <a:p>
            <a:pPr lvl="8">
              <a:defRPr lang="ko-KR" altLang="en-US"/>
            </a:pPr>
            <a:endParaRPr lang="en-US" altLang="ko-KR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317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FD839B8E-F55D-4BF8-852C-25AF74D46B3E}" type="datetime1">
              <a:rPr lang="ko-KR" altLang="en-US"/>
              <a:pPr lvl="0">
                <a:defRPr lang="ko-KR" altLang="en-US"/>
              </a:pPr>
              <a:t>2025-06-17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88899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00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38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6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게임서버프로그래밍 텀프로젝트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게임공학과 </a:t>
            </a:r>
            <a:r>
              <a:rPr lang="en-US" altLang="ko-KR"/>
              <a:t>21</a:t>
            </a:r>
            <a:r>
              <a:rPr lang="ko-KR" altLang="en-US"/>
              <a:t>학번 손동환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latin typeface="맑은 고딕"/>
              </a:rPr>
              <a:t>구현 항목</a:t>
            </a:r>
            <a:endParaRPr lang="ko-KR" altLang="en-US">
              <a:latin typeface="맑은 고딕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맵 장애물 랜덤 배치 </a:t>
            </a:r>
            <a:r>
              <a:rPr lang="en-US" altLang="ko-KR"/>
              <a:t>(</a:t>
            </a:r>
            <a:r>
              <a:rPr lang="ko-KR" altLang="en-US"/>
              <a:t>텍스트 파일로 저장</a:t>
            </a:r>
            <a:r>
              <a:rPr lang="en-US" altLang="ko-KR"/>
              <a:t>)</a:t>
            </a: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몬스터 </a:t>
            </a:r>
            <a:r>
              <a:rPr lang="en-US" altLang="ko-KR"/>
              <a:t>(</a:t>
            </a:r>
            <a:r>
              <a:rPr lang="en-US" altLang="ko-KR"/>
              <a:t>4</a:t>
            </a:r>
            <a:r>
              <a:rPr lang="ko-KR" altLang="en-US"/>
              <a:t>가지 종류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LUA </a:t>
            </a:r>
            <a:r>
              <a:rPr lang="ko-KR" altLang="en-US"/>
              <a:t>스크립트로 서버 시작 할 때 로딩</a:t>
            </a:r>
            <a:r>
              <a:rPr lang="en-US" altLang="ko-KR"/>
              <a:t>)</a:t>
            </a:r>
            <a:endParaRPr lang="en-US" altLang="ko-KR"/>
          </a:p>
          <a:p>
            <a:pPr marL="0" lvl="0" indent="0">
              <a:buNone/>
              <a:defRPr/>
            </a:pPr>
            <a:endParaRPr lang="ko-KR" altLang="en-US" sz="3800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파티 시스템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아이템 시스템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퀘스트 시스템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파티 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600200"/>
            <a:ext cx="11120601" cy="4525963"/>
          </a:xfrm>
        </p:spPr>
        <p:txBody>
          <a:bodyPr/>
          <a:p>
            <a:pPr lvl="0">
              <a:defRPr/>
            </a:pPr>
            <a:r>
              <a:rPr lang="ko-KR" altLang="en-US"/>
              <a:t>최대 파티원 </a:t>
            </a:r>
            <a:r>
              <a:rPr lang="en-US" altLang="ko-KR"/>
              <a:t>6</a:t>
            </a:r>
            <a:r>
              <a:rPr lang="ko-KR" altLang="en-US"/>
              <a:t>명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파티 수락 시 </a:t>
            </a:r>
            <a:r>
              <a:rPr lang="en-US" altLang="ko-KR"/>
              <a:t>ui</a:t>
            </a:r>
            <a:r>
              <a:rPr lang="ko-KR" altLang="en-US"/>
              <a:t>에</a:t>
            </a:r>
            <a:r>
              <a:rPr lang="en-US" altLang="ko-KR"/>
              <a:t> </a:t>
            </a:r>
            <a:r>
              <a:rPr lang="ko-KR" altLang="en-US"/>
              <a:t>로그인 여부</a:t>
            </a:r>
            <a:r>
              <a:rPr lang="en-US" altLang="ko-KR"/>
              <a:t>,</a:t>
            </a:r>
            <a:r>
              <a:rPr lang="ko-KR" altLang="en-US"/>
              <a:t> 생존 여부가 공유됨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로그인 </a:t>
            </a:r>
            <a:r>
              <a:rPr lang="en-US" altLang="ko-KR"/>
              <a:t>+ </a:t>
            </a:r>
            <a:r>
              <a:rPr lang="ko-KR" altLang="en-US"/>
              <a:t>생존 </a:t>
            </a:r>
            <a:r>
              <a:rPr lang="en-US" altLang="ko-KR"/>
              <a:t>: </a:t>
            </a:r>
            <a:r>
              <a:rPr lang="ko-KR" altLang="en-US"/>
              <a:t>초록색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로그인 </a:t>
            </a:r>
            <a:r>
              <a:rPr lang="en-US" altLang="ko-KR"/>
              <a:t>+</a:t>
            </a:r>
            <a:r>
              <a:rPr lang="ko-KR" altLang="en-US"/>
              <a:t> 사망 </a:t>
            </a:r>
            <a:r>
              <a:rPr lang="en-US" altLang="ko-KR"/>
              <a:t>:</a:t>
            </a:r>
            <a:r>
              <a:rPr lang="ko-KR" altLang="en-US"/>
              <a:t> 빨간색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로그아웃 </a:t>
            </a:r>
            <a:r>
              <a:rPr lang="en-US" altLang="ko-KR"/>
              <a:t>: </a:t>
            </a:r>
            <a:r>
              <a:rPr lang="ko-KR" altLang="en-US"/>
              <a:t>회색</a:t>
            </a:r>
            <a:endParaRPr lang="ko-KR" altLang="en-US"/>
          </a:p>
          <a:p>
            <a:pPr marL="190500" lvl="1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몬스터 사냥 시 경험치 공유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몬스터 경험치 </a:t>
            </a:r>
            <a:r>
              <a:rPr lang="en-US" altLang="ko-KR"/>
              <a:t>/</a:t>
            </a:r>
            <a:r>
              <a:rPr lang="ko-KR" altLang="en-US"/>
              <a:t> 생존해 있는 파티원 수</a:t>
            </a:r>
            <a:endParaRPr lang="ko-KR" altLang="en-US"/>
          </a:p>
          <a:p>
            <a:pPr marL="190500" lvl="1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파티 있는 상태로 로그아웃 후 재로그인해도 파티 상태 유지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아이템 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HP </a:t>
            </a:r>
            <a:r>
              <a:rPr lang="ko-KR" altLang="en-US"/>
              <a:t>포션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몬스터 처치 시 </a:t>
            </a:r>
            <a:r>
              <a:rPr lang="en-US" altLang="ko-KR"/>
              <a:t>30%</a:t>
            </a:r>
            <a:r>
              <a:rPr lang="ko-KR" altLang="en-US"/>
              <a:t> 확률로 드랍</a:t>
            </a:r>
            <a:endParaRPr lang="ko-KR" altLang="en-US"/>
          </a:p>
          <a:p>
            <a:pPr lvl="1">
              <a:defRPr/>
            </a:pPr>
            <a:r>
              <a:rPr lang="en-US" altLang="ko-KR"/>
              <a:t>Player</a:t>
            </a:r>
            <a:r>
              <a:rPr lang="ko-KR" altLang="en-US"/>
              <a:t>의 </a:t>
            </a:r>
            <a:r>
              <a:rPr lang="en-US" altLang="ko-KR"/>
              <a:t>Inventory</a:t>
            </a:r>
            <a:r>
              <a:rPr lang="ko-KR" altLang="en-US"/>
              <a:t>에 바로 추가</a:t>
            </a:r>
            <a:endParaRPr lang="ko-KR" altLang="en-US"/>
          </a:p>
          <a:p>
            <a:pPr marL="190500" lvl="1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최대 </a:t>
            </a:r>
            <a:r>
              <a:rPr lang="en-US" altLang="ko-KR"/>
              <a:t>9999</a:t>
            </a:r>
            <a:r>
              <a:rPr lang="ko-KR" altLang="en-US"/>
              <a:t>까지 중첩 가능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사용 시</a:t>
            </a:r>
            <a:r>
              <a:rPr lang="en-US" altLang="ko-KR"/>
              <a:t> HP</a:t>
            </a:r>
            <a:r>
              <a:rPr lang="ko-KR" altLang="en-US"/>
              <a:t> </a:t>
            </a:r>
            <a:r>
              <a:rPr lang="en-US" altLang="ko-KR"/>
              <a:t>5</a:t>
            </a:r>
            <a:r>
              <a:rPr lang="ko-KR" altLang="en-US"/>
              <a:t> 회복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퀘스트 시스템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퀘스트 진행상태 표시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NPC</a:t>
            </a:r>
            <a:r>
              <a:rPr lang="ko-KR" altLang="en-US"/>
              <a:t>와의 대화</a:t>
            </a:r>
            <a:r>
              <a:rPr lang="en-US" altLang="ko-KR"/>
              <a:t>?</a:t>
            </a:r>
            <a:endParaRPr lang="en-US" altLang="ko-KR"/>
          </a:p>
          <a:p>
            <a:pPr lvl="1">
              <a:defRPr/>
            </a:pPr>
            <a:r>
              <a:rPr lang="ko-KR" altLang="en-US"/>
              <a:t>별도 스크립트 </a:t>
            </a:r>
            <a:r>
              <a:rPr lang="en-US" altLang="ko-KR"/>
              <a:t>X</a:t>
            </a:r>
            <a:endParaRPr lang="en-US" altLang="ko-KR"/>
          </a:p>
          <a:p>
            <a:pPr lvl="1">
              <a:defRPr/>
            </a:pPr>
            <a:r>
              <a:rPr lang="en-US" altLang="ko-KR"/>
              <a:t>NPC </a:t>
            </a:r>
            <a:r>
              <a:rPr lang="ko-KR" altLang="en-US"/>
              <a:t>클릭해서 퀘스트 완료</a:t>
            </a:r>
            <a:endParaRPr lang="ko-KR" altLang="en-US"/>
          </a:p>
          <a:p>
            <a:pPr marL="190500" lvl="1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퀘스트 </a:t>
            </a:r>
            <a:r>
              <a:rPr lang="en-US" altLang="ko-KR"/>
              <a:t>NPC</a:t>
            </a:r>
            <a:r>
              <a:rPr lang="ko-KR" altLang="en-US"/>
              <a:t> 상단에 </a:t>
            </a:r>
            <a:r>
              <a:rPr lang="en-US" altLang="ko-KR"/>
              <a:t>! / ? </a:t>
            </a:r>
            <a:r>
              <a:rPr lang="ko-KR" altLang="en-US"/>
              <a:t>표시</a:t>
            </a: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연속 퀘스트 </a:t>
            </a:r>
            <a:r>
              <a:rPr lang="en-US" altLang="ko-KR"/>
              <a:t>5</a:t>
            </a:r>
            <a:r>
              <a:rPr lang="ko-KR" altLang="en-US"/>
              <a:t>단계</a:t>
            </a: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-2" y="2867667"/>
            <a:ext cx="12192002" cy="849434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5000"/>
              <a:t>감사합니다</a:t>
            </a:r>
            <a:endParaRPr lang="ko-KR" altLang="en-US" sz="500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4a45ff"/>
      </a:hlink>
      <a:folHlink>
        <a:srgbClr val="be27bb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106</ep:Words>
  <ep:PresentationFormat>화면 슬라이드 쇼(4:3)</ep:PresentationFormat>
  <ep:Paragraphs>49</ep:Paragraphs>
  <ep:Slides>6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교차</vt:lpstr>
      <vt:lpstr>게임서버프로그래밍 텀프로젝트</vt:lpstr>
      <vt:lpstr>구현 항목</vt:lpstr>
      <vt:lpstr>파티 시스템</vt:lpstr>
      <vt:lpstr>아이템 시스템</vt:lpstr>
      <vt:lpstr>퀘스트 시스템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2025-06-16T09:35:14.911</dcterms:created>
  <dc:creator>Hadenpel</dc:creator>
  <cp:lastModifiedBy>Hadenpel</cp:lastModifiedBy>
  <dcterms:modified xsi:type="dcterms:W3CDTF">2025-06-16T16:51:43.401</dcterms:modified>
  <cp:revision>10</cp:revision>
  <dc:title>게임서버프로그래밍 텀프로젝트</dc:title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